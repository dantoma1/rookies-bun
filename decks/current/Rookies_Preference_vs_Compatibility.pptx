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TODAY · PREFERENCE-BASED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Preference, not compatibility.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follow what students want and what companies want — not who actually fits whom. Everyone aims at the same 5.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BRANDS · OVERSUBSCRIBED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92640" y="2606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· INVISIBLE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71016" y="3054096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9" name="Text 7"/>
          <p:cNvSpPr/>
          <p:nvPr/>
        </p:nvSpPr>
        <p:spPr>
          <a:xfrm>
            <a:off x="1271016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71016" y="3621024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1" name="Text 9"/>
          <p:cNvSpPr/>
          <p:nvPr/>
        </p:nvSpPr>
        <p:spPr>
          <a:xfrm>
            <a:off x="1271016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71016" y="4187952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1271016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71016" y="4754880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1271016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71016" y="5321808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1271016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12180" y="290322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sx="100000" sy="100000" kx="0" ky="0" algn="bl" rotWithShape="0" blurRad="101600" dist="25400" dir="5400000">
              <a:srgbClr val="0F1F3D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12180" y="2903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12180" y="345186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sx="100000" sy="100000" kx="0" ky="0" algn="bl" rotWithShape="0" blurRad="101600" dist="25400" dir="5400000">
              <a:srgbClr val="0F1F3D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12180" y="34518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12180" y="400050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sx="100000" sy="100000" kx="0" ky="0" algn="bl" rotWithShape="0" blurRad="101600" dist="25400" dir="5400000">
              <a:srgbClr val="0F1F3D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12180" y="40005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12180" y="454914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sx="100000" sy="100000" kx="0" ky="0" algn="bl" rotWithShape="0" blurRad="101600" dist="25400" dir="5400000">
              <a:srgbClr val="0F1F3D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12180" y="4549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12180" y="509778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sx="100000" sy="100000" kx="0" ky="0" algn="bl" rotWithShape="0" blurRad="101600" dist="25400" dir="5400000">
              <a:srgbClr val="0F1F3D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12180" y="5097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463040" y="3246120"/>
            <a:ext cx="4937760" cy="4572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63040" y="3246120"/>
            <a:ext cx="4937760" cy="59436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63040" y="3246120"/>
            <a:ext cx="4937760" cy="114300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63040" y="3246120"/>
            <a:ext cx="4937760" cy="169164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63040" y="3246120"/>
            <a:ext cx="4937760" cy="224028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63040" y="3813048"/>
            <a:ext cx="4937760" cy="-521208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63040" y="3813048"/>
            <a:ext cx="4937760" cy="2743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63040" y="3813048"/>
            <a:ext cx="4937760" cy="57607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3813048"/>
            <a:ext cx="4937760" cy="112471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3040" y="3813048"/>
            <a:ext cx="4937760" cy="167335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4379976"/>
            <a:ext cx="4937760" cy="-1088136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4379976"/>
            <a:ext cx="4937760" cy="-539496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4379976"/>
            <a:ext cx="4937760" cy="9144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4379976"/>
            <a:ext cx="4937760" cy="557784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4379976"/>
            <a:ext cx="4937760" cy="1106424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4946904"/>
            <a:ext cx="4937760" cy="-1655064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4946904"/>
            <a:ext cx="4937760" cy="-1106424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4946904"/>
            <a:ext cx="4937760" cy="-557784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63040" y="4946904"/>
            <a:ext cx="4937760" cy="-9144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63040" y="4946904"/>
            <a:ext cx="4937760" cy="539496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63040" y="5513832"/>
            <a:ext cx="4937760" cy="-222199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63040" y="5513832"/>
            <a:ext cx="4937760" cy="-167335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63040" y="5513832"/>
            <a:ext cx="4937760" cy="-112471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63040" y="5513832"/>
            <a:ext cx="4937760" cy="-57607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63040" y="5513832"/>
            <a:ext cx="4937760" cy="-2743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71016" y="3054096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54" name="Text 52"/>
          <p:cNvSpPr/>
          <p:nvPr/>
        </p:nvSpPr>
        <p:spPr>
          <a:xfrm>
            <a:off x="1271016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271016" y="3621024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56" name="Text 54"/>
          <p:cNvSpPr/>
          <p:nvPr/>
        </p:nvSpPr>
        <p:spPr>
          <a:xfrm>
            <a:off x="1271016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271016" y="4187952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58" name="Text 56"/>
          <p:cNvSpPr/>
          <p:nvPr/>
        </p:nvSpPr>
        <p:spPr>
          <a:xfrm>
            <a:off x="1271016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1271016" y="4754880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60" name="Text 58"/>
          <p:cNvSpPr/>
          <p:nvPr/>
        </p:nvSpPr>
        <p:spPr>
          <a:xfrm>
            <a:off x="1271016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1271016" y="5321808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62" name="Text 60"/>
          <p:cNvSpPr/>
          <p:nvPr/>
        </p:nvSpPr>
        <p:spPr>
          <a:xfrm>
            <a:off x="1271016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012180" y="290322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64" name="Text 62"/>
          <p:cNvSpPr/>
          <p:nvPr/>
        </p:nvSpPr>
        <p:spPr>
          <a:xfrm>
            <a:off x="6012180" y="2903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1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012180" y="345186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66" name="Text 64"/>
          <p:cNvSpPr/>
          <p:nvPr/>
        </p:nvSpPr>
        <p:spPr>
          <a:xfrm>
            <a:off x="6012180" y="34518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012180" y="400050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68" name="Text 66"/>
          <p:cNvSpPr/>
          <p:nvPr/>
        </p:nvSpPr>
        <p:spPr>
          <a:xfrm>
            <a:off x="6012180" y="40005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12180" y="454914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70" name="Text 68"/>
          <p:cNvSpPr/>
          <p:nvPr/>
        </p:nvSpPr>
        <p:spPr>
          <a:xfrm>
            <a:off x="6012180" y="4549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012180" y="509778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72" name="Text 70"/>
          <p:cNvSpPr/>
          <p:nvPr/>
        </p:nvSpPr>
        <p:spPr>
          <a:xfrm>
            <a:off x="6012180" y="5097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5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0538460" y="29946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</p:sp>
      <p:sp>
        <p:nvSpPr>
          <p:cNvPr id="74" name="Shape 72"/>
          <p:cNvSpPr/>
          <p:nvPr/>
        </p:nvSpPr>
        <p:spPr>
          <a:xfrm>
            <a:off x="10538460" y="34518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</p:sp>
      <p:sp>
        <p:nvSpPr>
          <p:cNvPr id="75" name="Shape 73"/>
          <p:cNvSpPr/>
          <p:nvPr/>
        </p:nvSpPr>
        <p:spPr>
          <a:xfrm>
            <a:off x="10538460" y="39090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</p:sp>
      <p:sp>
        <p:nvSpPr>
          <p:cNvPr id="76" name="Shape 74"/>
          <p:cNvSpPr/>
          <p:nvPr/>
        </p:nvSpPr>
        <p:spPr>
          <a:xfrm>
            <a:off x="10538460" y="43662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</p:sp>
      <p:sp>
        <p:nvSpPr>
          <p:cNvPr id="77" name="Shape 75"/>
          <p:cNvSpPr/>
          <p:nvPr/>
        </p:nvSpPr>
        <p:spPr>
          <a:xfrm>
            <a:off x="10538460" y="48234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</p:sp>
      <p:sp>
        <p:nvSpPr>
          <p:cNvPr id="78" name="Shape 76"/>
          <p:cNvSpPr/>
          <p:nvPr/>
        </p:nvSpPr>
        <p:spPr>
          <a:xfrm>
            <a:off x="10538460" y="52806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</p:sp>
      <p:sp>
        <p:nvSpPr>
          <p:cNvPr id="79" name="Text 77"/>
          <p:cNvSpPr/>
          <p:nvPr/>
        </p:nvSpPr>
        <p:spPr>
          <a:xfrm>
            <a:off x="9692640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+ 10,000s more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brands drown in 2,000+ applications per slot. Better-fit employers go invisible.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WITH ROOKIES · COMPATIBILITY-BASED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Compatibility, ranked.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gets a personal list — companies ordered by actual fit, not visibility. Different students get different orderings.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25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4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4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1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4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1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4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4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1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4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1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4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20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20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857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60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20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857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60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20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857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60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20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857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60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20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857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60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42" name="Text 40"/>
          <p:cNvSpPr/>
          <p:nvPr/>
        </p:nvSpPr>
        <p:spPr>
          <a:xfrm>
            <a:off x="5897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06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06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143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46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06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143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46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06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143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646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006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143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646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06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143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646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183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60" name="Text 58"/>
          <p:cNvSpPr/>
          <p:nvPr/>
        </p:nvSpPr>
        <p:spPr>
          <a:xfrm>
            <a:off x="8183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292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292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429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932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292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429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932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292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7429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932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292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7429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932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292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7429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7932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0469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78" name="Text 76"/>
          <p:cNvSpPr/>
          <p:nvPr/>
        </p:nvSpPr>
        <p:spPr>
          <a:xfrm>
            <a:off x="10469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578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9578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9715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0218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9578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9715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0218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9578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9715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10218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9578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9715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10218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9578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F1F3D">
                <a:alpha val="6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9715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10218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students. Different lists. The right matches, in the right order.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DIFFERENCE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spray to signal.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outcome — one interview — through completely different effort and quality.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5349240" cy="2286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743200"/>
            <a:ext cx="73152" cy="2286000"/>
          </a:xfrm>
          <a:prstGeom prst="rect">
            <a:avLst/>
          </a:prstGeom>
          <a:solidFill>
            <a:srgbClr val="B8BCC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applications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05840" y="37947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interview.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05840" y="4526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Spray, pray, get rejected, spray more.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5349240" cy="22860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743200"/>
            <a:ext cx="73152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ROOKIES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32461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best matches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83680" y="37947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interview.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83680" y="4526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fit. Apply with confidence.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20× more efficient. Infinitely less frustrating.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 makes chaos. Compatibility makes Rookies.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Preference vs Compatibility</dc:title>
  <dc:subject>PptxGenJS Presentation</dc:subject>
  <dc:creator>Rookies</dc:creator>
  <cp:lastModifiedBy>Rookies</cp:lastModifiedBy>
  <cp:revision>1</cp:revision>
  <dcterms:created xsi:type="dcterms:W3CDTF">2026-05-22T09:52:58Z</dcterms:created>
  <dcterms:modified xsi:type="dcterms:W3CDTF">2026-05-22T09:52:58Z</dcterms:modified>
</cp:coreProperties>
</file>