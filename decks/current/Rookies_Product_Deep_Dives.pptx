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01 · MATCHMAKING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on fit,</a:t>
            </a:r>
            <a:endParaRPr lang="en-US" sz="3800" dirty="0"/>
          </a:p>
          <a:p>
            <a:pPr indent="0" marL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 keywords.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one match. Quantitative scoring for what's measurable, Claude Sonnet 4.6 reasoning for everything else.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303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017520"/>
            <a:ext cx="73152" cy="13258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Scoring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optimization over structured features — degree fit, skills overlap, experience depth, location, work authorization. Deterministic. Auditable. Fast.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5303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4526280"/>
            <a:ext cx="73152" cy="13258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Layer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over unstructured signal — project depth, trajectory, voice, ambition. Every match comes with a rationale.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017520"/>
            <a:ext cx="5577840" cy="2834640"/>
          </a:xfrm>
          <a:prstGeom prst="rect">
            <a:avLst/>
          </a:prstGeom>
          <a:solidFill>
            <a:srgbClr val="EDE9E1"/>
          </a:solidFill>
          <a:ln w="19050">
            <a:solidFill>
              <a:srgbClr val="E8622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9224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match insights view — rookies.html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5440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replace this placeholder with the actual screenshot.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EU AI Act: explainable, defensible, audit-ready.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01 / 04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02 · CAREER-SERVICES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intelligence</a:t>
            </a:r>
            <a:endParaRPr lang="en-US" sz="3600" dirty="0"/>
          </a:p>
          <a:p>
            <a:pPr indent="0" marL="0">
              <a:buNone/>
            </a:pPr>
            <a:r>
              <a:rPr lang="en-US" sz="36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offices have never had.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for career officers and university management — outcomes, skills gaps, longitudinal data nobody else surfaces.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outcome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Time-to-first-job, role quality, retention, and salary trends per cohort.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Skills-gap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95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what employers search for vs. what students have.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follow-up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681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data on alumni outcomes — what paths actually lead to good first jobs.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Curriculum-relevant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367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reports career offices can take to faculty and accreditation.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5577840" cy="2926080"/>
          </a:xfrm>
          <a:prstGeom prst="rect">
            <a:avLst/>
          </a:prstGeom>
          <a:solidFill>
            <a:srgbClr val="EDE9E1"/>
          </a:solidFill>
          <a:ln w="19050">
            <a:solidFill>
              <a:srgbClr val="E8622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9224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Officer Console — main dashboard 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532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replace this placeholder with the actual screenshot.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career offices can actually take to the board.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02 / 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03 · SME &amp; STARTUP VISIBILITY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smaller employers</a:t>
            </a:r>
            <a:endParaRPr lang="en-US" sz="3800" dirty="0"/>
          </a:p>
          <a:p>
            <a:pPr indent="0" marL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 on signal.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engine doesn't care about ad spend. SMEs and startups get the airtime the subscription model never gave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for every NL employer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 company can post and discover candidates from day one. No paywall on visibility.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on fit, not budget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95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quality determines who sees what — paid placement does not exist.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shortlists regardless of plan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681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employers get the same matching engine. Paid unlocks tools, not ranking.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 bet, made explicit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367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long tail Dutch students need to discover — the 99% of NL companies who aren't Booking, Philips, or ASML.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017520"/>
            <a:ext cx="269748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182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~424K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92240" y="3675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SMEs (2-249 employees)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Statline 2024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89720" y="301752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9720" y="3017520"/>
            <a:ext cx="269748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3182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99%+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72600" y="3675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NL employers are SMEs (excl. self-employed solo)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72600" y="4069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Statline 2024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09360" y="452628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4526280"/>
            <a:ext cx="269748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690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6B6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TBD ]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492240" y="51846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NL workforce employed by SMEs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5778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/ CBS — confirm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189720" y="452628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F3D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89720" y="4526280"/>
            <a:ext cx="269748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4" name="Text 32"/>
          <p:cNvSpPr/>
          <p:nvPr/>
        </p:nvSpPr>
        <p:spPr>
          <a:xfrm>
            <a:off x="9372600" y="4690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6B6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TBD ]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372600" y="51846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early-career hiring happening at SMEs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72600" y="55778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source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tax: zero. Match quality: equal for all.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03 / 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04 · RECRUITER OUTREACH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 on the right ones.</a:t>
            </a:r>
            <a:endParaRPr lang="en-US" sz="3200" dirty="0"/>
          </a:p>
          <a:p>
            <a:pPr indent="0" marL="0">
              <a:buNone/>
            </a:pPr>
            <a:r>
              <a:rPr lang="en-US" sz="32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hundreds on the wrong ones.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shortlists with explainable rationale. Recruiters reclaim their time and their judgment.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shortlists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ranked across four fit dimensions before the recruiter clicks.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rationale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95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 comes with a one-sentence reasoning — not a black-box number.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outreach with 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681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message templates that reference the actual match logic.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64592" cy="36576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tracking &amp; follow-up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367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visibility — who replied, who's interviewing, who needs a nudge.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5577840" cy="2926080"/>
          </a:xfrm>
          <a:prstGeom prst="rect">
            <a:avLst/>
          </a:prstGeom>
          <a:solidFill>
            <a:srgbClr val="EDE9E1"/>
          </a:solidFill>
          <a:ln w="19050">
            <a:solidFill>
              <a:srgbClr val="E8622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9224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shortlist / outreach 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532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replace this placeholder with the actual screenshot.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200 CVs in 7 seconds each — to 5 matches in 5 minutes each.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04 /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Product Deep-Dives</dc:title>
  <dc:subject>PptxGenJS Presentation</dc:subject>
  <dc:creator>Rookies</dc:creator>
  <cp:lastModifiedBy>Rookies</cp:lastModifiedBy>
  <cp:revision>1</cp:revision>
  <dcterms:created xsi:type="dcterms:W3CDTF">2026-05-20T16:38:37Z</dcterms:created>
  <dcterms:modified xsi:type="dcterms:W3CDTF">2026-05-20T16:38:37Z</dcterms:modified>
</cp:coreProperties>
</file>