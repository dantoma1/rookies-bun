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9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TODAY · PREFERENCE-BASED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Preference, not compatibility.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follow what students want and what companies want — not who actually fits whom. Everyone aims at the same 5.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BRANDS · OVERSUBSCRIBED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92640" y="2606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· INVISIBLE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71016" y="3054096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71016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71016" y="3621024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71016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71016" y="4187952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71016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71016" y="4754880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71016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71016" y="5321808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71016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12180" y="290322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blurRad="101600" dist="25400" dir="5400000" algn="bl" rotWithShape="0">
              <a:srgbClr val="0F1F3D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12180" y="2903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12180" y="345186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blurRad="101600" dist="25400" dir="5400000" algn="bl" rotWithShape="0">
              <a:srgbClr val="0F1F3D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12180" y="34518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12180" y="400050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blurRad="101600" dist="25400" dir="5400000" algn="bl" rotWithShape="0">
              <a:srgbClr val="0F1F3D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12180" y="40005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12180" y="454914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blurRad="101600" dist="25400" dir="5400000" algn="bl" rotWithShape="0">
              <a:srgbClr val="0F1F3D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12180" y="4549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12180" y="5097780"/>
            <a:ext cx="777240" cy="777240"/>
          </a:xfrm>
          <a:prstGeom prst="ellipse">
            <a:avLst/>
          </a:prstGeom>
          <a:solidFill>
            <a:srgbClr val="E8622A"/>
          </a:solidFill>
          <a:ln/>
          <a:effectLst>
            <a:outerShdw blurRad="101600" dist="25400" dir="5400000" algn="bl" rotWithShape="0">
              <a:srgbClr val="0F1F3D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12180" y="5097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63040" y="3246120"/>
            <a:ext cx="4937760" cy="4572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63040" y="3246120"/>
            <a:ext cx="4937760" cy="59436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463040" y="3246120"/>
            <a:ext cx="4937760" cy="114300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463040" y="3246120"/>
            <a:ext cx="4937760" cy="169164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463040" y="3246120"/>
            <a:ext cx="4937760" cy="224028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463040" y="3813048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463040" y="3813048"/>
            <a:ext cx="4937760" cy="2743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463040" y="3813048"/>
            <a:ext cx="4937760" cy="57607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463040" y="3813048"/>
            <a:ext cx="4937760" cy="112471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463040" y="3813048"/>
            <a:ext cx="4937760" cy="1673352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63040" y="4379976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463040" y="4379976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463040" y="4379976"/>
            <a:ext cx="4937760" cy="914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463040" y="4379976"/>
            <a:ext cx="4937760" cy="55778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463040" y="4379976"/>
            <a:ext cx="4937760" cy="1106424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463040" y="4946904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463040" y="4946904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63040" y="4946904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463040" y="4946904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63040" y="4946904"/>
            <a:ext cx="4937760" cy="539496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63040" y="5513832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63040" y="5513832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63040" y="5513832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63040" y="5513832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63040" y="5513832"/>
            <a:ext cx="4937760" cy="0"/>
          </a:xfrm>
          <a:prstGeom prst="line">
            <a:avLst/>
          </a:prstGeom>
          <a:noFill/>
          <a:ln w="9525">
            <a:solidFill>
              <a:srgbClr val="E862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271016" y="3054096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271016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271016" y="3621024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271016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271016" y="4187952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271016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1271016" y="4754880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271016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271016" y="5321808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271016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012180" y="290322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012180" y="2903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1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012180" y="345186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012180" y="34518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012180" y="400050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012180" y="40005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12180" y="454914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012180" y="4549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012180" y="5097780"/>
            <a:ext cx="777240" cy="77724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012180" y="50977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5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0538460" y="29946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538460" y="34518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538460" y="39090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538460" y="43662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538460" y="48234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538460" y="5280660"/>
            <a:ext cx="320040" cy="320040"/>
          </a:xfrm>
          <a:prstGeom prst="ellipse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69264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+ 10,000s more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brands drown in 2,000+ applications per slot. Better-fit employers go invisible.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WITH ROOKIES · COMPATIBILITY-BASED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Compatibility, ranked.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gets a personal list — companies ordered by actual fit, not visibility. Different students get different orderings.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25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4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1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4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4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1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4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4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1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4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11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20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20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57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60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20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57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60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20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857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60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20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57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60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20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57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60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97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06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06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43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46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06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143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46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06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143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646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006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143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646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06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143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646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183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183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292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292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429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932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292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429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932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292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429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932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292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429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932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292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429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7932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0469880" y="2651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0469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578340" y="30358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9578340" y="3246120"/>
            <a:ext cx="2148840" cy="457200"/>
          </a:xfrm>
          <a:prstGeom prst="rect">
            <a:avLst/>
          </a:prstGeom>
          <a:solidFill>
            <a:srgbClr val="E8622A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97155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02184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Mid-Mfg 12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9578340" y="3767328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9715500" y="3767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02184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9578340" y="4288536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971550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10218420" y="4288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Biz 04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9578340" y="4809744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9715500" y="48097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10218420" y="4809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Brand 02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9578340" y="5330952"/>
            <a:ext cx="2148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0F1F3D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9715500" y="5330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1021842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03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students. Different lists. The right matches, in the right order.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DIFFERENCE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spray to signal.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outcome — one interview — through completely different effort and quality.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5349240" cy="2286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73152" cy="2286000"/>
          </a:xfrm>
          <a:prstGeom prst="rect">
            <a:avLst/>
          </a:prstGeom>
          <a:solidFill>
            <a:srgbClr val="B8B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applications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interview.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05840" y="4526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Spray, pray, get rejected, spray more.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5349240" cy="228600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2743200"/>
            <a:ext cx="73152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ROOKIES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32461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best matches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83680" y="37947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interview.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83680" y="4526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fit. Apply with confidence.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20× more efficient. Infinitely less frustrating.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 makes chaos. Compatibility makes Rookies.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0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348</Words>
  <Application>Microsoft Macintosh PowerPoint</Application>
  <PresentationFormat>Widescreen</PresentationFormat>
  <Paragraphs>114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Preference vs Compatibility</dc:title>
  <dc:subject>PptxGenJS Presentation</dc:subject>
  <dc:creator>Rookies</dc:creator>
  <cp:lastModifiedBy>Dan Poenaru</cp:lastModifiedBy>
  <cp:revision>2</cp:revision>
  <dcterms:created xsi:type="dcterms:W3CDTF">2026-05-22T09:52:58Z</dcterms:created>
  <dcterms:modified xsi:type="dcterms:W3CDTF">2026-05-22T18:08:12Z</dcterms:modified>
</cp:coreProperties>
</file>