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STILL · 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972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get matched</a:t>
            </a:r>
            <a:endParaRPr lang="en-US" sz="4200" dirty="0"/>
          </a:p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 Nobel-Prize algorithm.</a:t>
            </a:r>
            <a:endParaRPr lang="en-US" sz="4200" dirty="0"/>
          </a:p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Graduates get a 7-second skim.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2960" y="4526280"/>
            <a:ext cx="5349240" cy="1280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52628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6451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RESIDENCY · NRMP · 1998–PRESENT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4892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residents to hospitals.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303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37,667 doctors matched in 2025 — the largest match in history. Stable algorithm. Roth · Shapley · 2012 Nobel.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4526280"/>
            <a:ext cx="5349240" cy="1280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452628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46451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HIRING ·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0" y="4892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graduates to employers.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5303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183K NL grads a year. Spray, filter, scroll. 7 seconds per CV. 120+ applications per opening.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matching market that mattered has been redesigned. Hiring is the last one left.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Same Problem, Solved Everywhere Else</dc:title>
  <dc:subject>PptxGenJS Presentation</dc:subject>
  <dc:creator>Rookies</dc:creator>
  <cp:lastModifiedBy>Rookies</cp:lastModifiedBy>
  <cp:revision>1</cp:revision>
  <dcterms:created xsi:type="dcterms:W3CDTF">2026-05-21T15:42:06Z</dcterms:created>
  <dcterms:modified xsi:type="dcterms:W3CDTF">2026-05-21T15:42:06Z</dcterms:modified>
</cp:coreProperties>
</file>