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COMPLEMENT, NOT REPLACEMENT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Complement, not replacement.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JobTeaser keeps doing what it does well. Rookies fills the gaps it leaves open.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5440680" cy="91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61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JOBTEASER STAYS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strengths · unchanged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7764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back-office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087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 team supporting career services daily.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5537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&amp; career-fair module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TiU runs Career Days through this.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5330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 tools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5641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career-guidance instruments with research backing.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468880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468880"/>
            <a:ext cx="5440680" cy="9144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761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ROOKIES FILLS 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surface · structural gaps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37764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at the core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4087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Relevance-first across the platform — bidirectional, transparent.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45537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accessibility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posting reaches the boutique employers JobTeaser doesn't.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58000" y="5330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data for TiU's management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5641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demand vs. supply — for accreditation, rankings, positioning.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runs in parallel during the pilot. No workflow changes. Each system does what it's designed for.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10 — Complement, not replacement</dc:title>
  <dc:subject>PptxGenJS Presentation</dc:subject>
  <dc:creator>Rookies</dc:creator>
  <cp:lastModifiedBy>Rookies</cp:lastModifiedBy>
  <cp:revision>1</cp:revision>
  <dcterms:created xsi:type="dcterms:W3CDTF">2026-05-07T17:03:40Z</dcterms:created>
  <dcterms:modified xsi:type="dcterms:W3CDTF">2026-05-07T17:03:40Z</dcterms:modified>
</cp:coreProperties>
</file>