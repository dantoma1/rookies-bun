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· WHY THIS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already been won.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Twice.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Nobel Prizes. Three industries. The same machinery — now applied to the first job.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· PROVEN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2971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· DEPLOYED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544068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29184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832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Nash equilibrium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Nobel · John Nash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00507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decisions in non-cooperative games. The math behind every market where players act on what others choose.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5440680" cy="12801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663440"/>
            <a:ext cx="73152" cy="12801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548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matching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51206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Nobel · Roth &amp; Shapley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537667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matching theory. The math behind allocating people to slots — residents to hospitals, students to schools, donors to recipients.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29184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329184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3467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Moneyball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36393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· Oakland A's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38313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teams 5× their budget by finding the labor-market signal everyone else had mispriced.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420624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420624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2611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Kidney exchange networks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29400" y="45537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Roth-designed · ongoing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47457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multi-party chains save thousands of lives a year — clearing matches no bilateral market could.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5120640"/>
            <a:ext cx="5440680" cy="82296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5120640"/>
            <a:ext cx="73152" cy="8229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51755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matching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629400" y="54681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cars · airlines · ride-share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9400" y="56601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algorithm assigns every customer to a specific unit — the pool rebalances in real time. Your free upgrade is the optimizer at work.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08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problem. Same machinery. New market — first jobs.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Why This Works</dc:title>
  <dc:subject>PptxGenJS Presentation</dc:subject>
  <dc:creator>Rookies</dc:creator>
  <cp:lastModifiedBy>Rookies</cp:lastModifiedBy>
  <cp:revision>1</cp:revision>
  <dcterms:created xsi:type="dcterms:W3CDTF">2026-05-21T11:55:26Z</dcterms:created>
  <dcterms:modified xsi:type="dcterms:W3CDTF">2026-05-21T11:55:26Z</dcterms:modified>
</cp:coreProperties>
</file>