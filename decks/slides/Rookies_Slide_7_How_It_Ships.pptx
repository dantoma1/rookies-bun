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SHIPS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products.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60604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Matchmaking 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running together — quantitative scoring for the measurable, Claude Sonnet 4.6 for everything else. Explainable, defensible, fast.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60604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Career-Services Analytics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3192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for career officers and university management. Cohort outcomes, skills-gap intelligence, longitudinal data nobody else surfaces.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38912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&amp; Startup Visibility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102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weight on fit, not budget. Smaller employers compete on signal — challengers get the airtime the subscription model never gave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38912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Outreach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5102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 with explainable rationale. Recruiters spend seconds on the right candidates instead of hundreds on the wrong ones.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all three sides finally pull in the same direction.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Slide 7 (How It Ships)</dc:title>
  <dc:subject>PptxGenJS Presentation</dc:subject>
  <dc:creator>Rookies</dc:creator>
  <cp:lastModifiedBy>Rookies</cp:lastModifiedBy>
  <cp:revision>1</cp:revision>
  <dcterms:created xsi:type="dcterms:W3CDTF">2026-05-21T11:19:58Z</dcterms:created>
  <dcterms:modified xsi:type="dcterms:W3CDTF">2026-05-21T11:19:58Z</dcterms:modified>
</cp:coreProperties>
</file>