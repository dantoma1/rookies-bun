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WE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modelled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isn't a CV. Hiring isn't a search. We model the four things that actually predict a first job that fits — as a market, not as a feed.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Skills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non-technical, from experiences, projects, and self-learning.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524865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1663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mathematically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8992" y="548640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404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optimization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78992" y="572414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641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career officers &amp; research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4343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drive, transferability — the signal that doesn't fit a regression.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22192" y="524865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51663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Claude Sonnet 4.6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22192" y="548640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5404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— never replaces — the math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22192" y="572414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5641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what no one else can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246120"/>
            <a:ext cx="2651760" cy="26974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246120"/>
            <a:ext cx="26517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37960" y="4343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Pool-aware ranking. The match isn't a score in isolation — it's how you fit the pool that exists right now.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65392" y="5248656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1663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stable matching (Roth · Shapley)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65392" y="5486400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5404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Pool-aware fit, not absolute fit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65392" y="5724144"/>
            <a:ext cx="91440" cy="1828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5641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Moneyball logic for first jobs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2651760" cy="26974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52560" y="3246120"/>
            <a:ext cx="26517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8116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281160" y="4343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everyone else skips. The part that compounds.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08592" y="5248656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464040" y="51663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engagement, longitudinal follow-up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308592" y="5486400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9464040" y="5404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learn, iterate — one cohort at a time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308592" y="5724144"/>
            <a:ext cx="91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464040" y="5641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ad page. A movement.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Tomorrow's early-careers won't be applicants. They'll be Rookies.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Slide 6 (What We Model)</dc:title>
  <dc:subject>PptxGenJS Presentation</dc:subject>
  <dc:creator>Rookies</dc:creator>
  <cp:lastModifiedBy>Rookies</cp:lastModifiedBy>
  <cp:revision>1</cp:revision>
  <dcterms:created xsi:type="dcterms:W3CDTF">2026-05-21T11:23:47Z</dcterms:created>
  <dcterms:modified xsi:type="dcterms:W3CDTF">2026-05-21T11:23:47Z</dcterms:modified>
</cp:coreProperties>
</file>