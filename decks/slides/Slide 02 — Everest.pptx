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ROOKIES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started by raising the TiU flag at 5,700 meters. Now we want to do the same for the students who carry it next — at every step they take.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data, the guidance, and the platform every transition deserves.</a:t>
            </a:r>
            <a:endParaRPr lang="en-US" sz="1600" dirty="0"/>
          </a:p>
        </p:txBody>
      </p:sp>
      <p:pic>
        <p:nvPicPr>
          <p:cNvPr id="5" name="Image 0" descr="/sessions/blissful-exciting-pasteur/mnt/outputs/eve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58521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4846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EVEREST BASE CAMP · 5,700M · 9 APRIL 2024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—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Rookies — Everest</dc:title>
  <dc:subject>PptxGenJS Presentation</dc:subject>
  <dc:creator>Rookies</dc:creator>
  <cp:lastModifiedBy>Rookies</cp:lastModifiedBy>
  <cp:revision>1</cp:revision>
  <dcterms:created xsi:type="dcterms:W3CDTF">2026-05-07T19:32:37Z</dcterms:created>
  <dcterms:modified xsi:type="dcterms:W3CDTF">2026-05-07T19:32:37Z</dcterms:modified>
</cp:coreProperties>
</file>