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STILL · THE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972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these were the odds</a:t>
            </a:r>
            <a:endParaRPr lang="en-US" sz="5000" dirty="0"/>
          </a:p>
          <a:p>
            <a:pPr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crashing a plane,</a:t>
            </a:r>
            <a:endParaRPr lang="en-US" sz="5000" dirty="0"/>
          </a:p>
          <a:p>
            <a:pPr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would fly.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822960" y="4617720"/>
            <a:ext cx="5349240" cy="9144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4617720"/>
            <a:ext cx="73152" cy="9144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727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5001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minutes to review a single flight plan.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4617720"/>
            <a:ext cx="5349240" cy="914400"/>
          </a:xfrm>
          <a:prstGeom prst="rect">
            <a:avLst/>
          </a:prstGeom>
          <a:solidFill>
            <a:srgbClr val="1A326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4617720"/>
            <a:ext cx="73152" cy="914400"/>
          </a:xfrm>
          <a:prstGeom prst="rect">
            <a:avLst/>
          </a:prstGeom>
          <a:solidFill>
            <a:srgbClr val="E8622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47274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0" y="50017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seconds to review a single CV.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Hiring is the one industry where these numbers are called normal.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ROOKIE</a:t>
            </a:r>
            <a:pPr indent="0" marL="0">
              <a:buNone/>
            </a:pPr>
            <a:r>
              <a:rPr lang="en-US" sz="1100" b="1" spc="400" kern="0" dirty="0">
                <a:solidFill>
                  <a:srgbClr val="E86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Rookies — Aviation Odds</dc:title>
  <dc:subject>PptxGenJS Presentation</dc:subject>
  <dc:creator>Rookies</dc:creator>
  <cp:lastModifiedBy>Rookies</cp:lastModifiedBy>
  <cp:revision>1</cp:revision>
  <dcterms:created xsi:type="dcterms:W3CDTF">2026-05-21T15:31:29Z</dcterms:created>
  <dcterms:modified xsi:type="dcterms:W3CDTF">2026-05-21T15:31:29Z</dcterms:modified>
</cp:coreProperties>
</file>