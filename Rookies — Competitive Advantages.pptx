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Advantages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</a:t>
            </a:r>
            <a:pPr algn="l" indent="0" marL="0">
              <a:buNone/>
            </a:pPr>
            <a:r>
              <a:rPr lang="en-US" sz="30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Rookies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different from JobTeaser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May 7 conversation with TiU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TiU is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 is the incumbent. It's competent, free, and entrenched. But it leaves three structural gaps.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394960" cy="7315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TiU career portal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Bulletin-board model: students browse, apply, hope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back-office handles the daily ops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module, employer profiles, ATS integrations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exists — but as a paid add-on TiU doesn't 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 for career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94560"/>
            <a:ext cx="539496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matching as the core, not a paid add-on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 dashboard for the AD's office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accessibility — small employers can post freely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frictionless company-to-student outreach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outcome tracking — what placement actually requires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gaps JobTeaser leaves open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consequence of a design choice — not a bug. That's why they're defensible.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231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Matchmaking is a paid premium add-on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JobTeaser's matching is gated behind their Premium upsell, so most universities — including TiU — don't use it. It's been TiU's career platform for years and matchmaking still isn't part of the workflow.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4231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61772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serve career services, not the AD's office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JobTeaser's Statistics module shows engagement: posting volume, click-through, registrations. It does not surface what skills employers are searching for vs. what TiU students have — the data the dean's office actually needs.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4231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41248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locks SMEs out of student visibility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4389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in NL is capped at 4 postings per year across 4 institutions. Premium is gated to 5+ hires per year. Result: TiU students see only the well-funded firms that pay. Boutique Brabant SMEs are structurally invisible.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is our core, not a premium upsell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Mick's own words: "matchmaking takes a lot of time in practice, and JobTeaser charges for it."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73152" cy="3108960"/>
          </a:xfrm>
          <a:prstGeom prst="rect">
            <a:avLst/>
          </a:prstGeom>
          <a:solidFill>
            <a:srgbClr val="8A8F9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JobTeaser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upsell — paid add-on TiU doesn't currently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is opaque — recruiters don't see why a candidate ranks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 tool — recruiter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 per institution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468880"/>
            <a:ext cx="73152" cy="3108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56616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20-point algorithm built into the core, free, by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— every match shows its score and the breakdown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— students see jobs ranked, companies see students ranked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to TiU's priorities — weights can be re-balanced per partner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Skills-gap intelligence for the AD's office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 tells your team about engagement. We tell your office about strategy.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surface, in real time: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employers searched for at TiU this month, ranked.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skills wanted vs. skills present in TiU profiles.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demand trends — Tech, Finance, Sustainability,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completeness distribution — investment-readiness across cohorts.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funnel — profile → application → shortlisted → accepted.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23774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UNMET SKILLS — TIU, MAY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2962656"/>
            <a:ext cx="3953866" cy="14630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3145536"/>
            <a:ext cx="1850746" cy="146304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122529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465576"/>
            <a:ext cx="3280867" cy="14630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648456"/>
            <a:ext cx="925373" cy="146304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3968496"/>
            <a:ext cx="2776118" cy="14630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4151376"/>
            <a:ext cx="1514246" cy="146304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296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4471416"/>
            <a:ext cx="2355494" cy="14630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4654296"/>
            <a:ext cx="1177747" cy="146304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296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(B2+)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974336"/>
            <a:ext cx="2187245" cy="14630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6" name="Shape 24"/>
          <p:cNvSpPr/>
          <p:nvPr/>
        </p:nvSpPr>
        <p:spPr>
          <a:xfrm>
            <a:off x="7955280" y="5157216"/>
            <a:ext cx="1598371" cy="146304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1225296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19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5669280"/>
            <a:ext cx="164592" cy="137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demand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5669280"/>
            <a:ext cx="164592" cy="1371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5605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 students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6080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— actual numbers populate once the TiU pilot runs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unlimited posting for SMEs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 the "twenty companies" problem at its source — JobTeaser's pricing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yr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JobTeaser's NL free tier — postings per company across 4 institutions.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468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2628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is "ideal for employers with at least 5 hires per year."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46888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Brabant who don't fit either tier — and who don't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1554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consulting firms, regional tech, sustainability orgs, mid-size industrials — most don't post on JobTeaser because the pricing isn't built for them. So TiU students see only the same well-funded names, and the matching problem the AD's office is asked to solve is unsolvable through the existing platform. Rookies' free unlimited tier for SMEs flips that.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reach students directly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talent-bank opt-in walls, no keyword guesswork. The right candidate, ranked, one click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with intent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year, field, location, work auth. Every active TiU student is in the pool — not an opt-in subset.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743200"/>
            <a:ext cx="640080" cy="64008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ranked, transparent matches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069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carries a match score against the company's listing, with the breakdown of why. No black-box keyword search.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611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743200"/>
            <a:ext cx="640080" cy="64008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invite-to-apply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069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message templates, auto-personalised. Recruiters reach the right student in seconds, not in a separate email tool.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who'd otherwise fall back to LinkedIn or noisy keyword search find the right TiU students faster — and the relationships start on TiU's platform, not somewhere else.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lose the signal at placement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stop tracking once a student gets hired. We keep going — and feed it back into TiU's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trail keeps going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3136392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" y="3355848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264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background, preferences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1" name="Shape 9"/>
          <p:cNvSpPr/>
          <p:nvPr/>
        </p:nvSpPr>
        <p:spPr>
          <a:xfrm>
            <a:off x="708660" y="3922776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submitted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831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went after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270248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" y="4489704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algorithm thought they'd fit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837176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" y="5056632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965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actually landed — even off-platform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404104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+ paths led to which roles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468880"/>
            <a:ext cx="5486400" cy="37490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468880"/>
            <a:ext cx="5486400" cy="73152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TIU GETS, OVER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1089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placement-outcome data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TiU students placed, where, in which roles, in what timeframe — for accreditation reviews and rankings.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Skills-to-placement evidence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correlated with successful placements last year? Which didn't matter as much? Curriculum committees finally have data instead of anecdotes.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drift over time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Year-over-year, what skills are employers searching for that they weren't before? See where the market is moving — and update what TiU teaches.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advantages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but not Tier 1 — useful for follow-up questions and depth.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student inclusion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 is 30%+ international. Visa-friendly filtering, English-only listings, non-EU work-auth surfacing built into the formula.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194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19456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product feel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Gen Z students actually use phones. JobTeaser is a polished web portal — different UX vocabulary.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2194560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19456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21624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export and account deletion are first-class Settings features, not legal afterthoughts.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96512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507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Adaptable, fast iteration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9651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Founder-built means weeks to ship a feature, not quarters. Cycle decays as we grow but is real today.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4096512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4096512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9432" y="4507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Dutch academia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9432" y="49651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HBO/WO, stage culture, Pre-master/Master/Bachelor, the canonical major list — native to the platform from day 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4096512"/>
            <a:ext cx="3703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096512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21624" y="4507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TiSEM founder roots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21624" y="49651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Cristian's BAOR student. Built from inside the TiU student experience. "Of TiU, for TiU" credibility.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JobTeaser is genuinely strong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trying to compete on this surface. The case for Rookies is structural gaps, not feature parity.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back-office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team supporting Mick's office daily — the support that makes the platform work day-to-day.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0449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career fairs module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64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module for posting, registration, attendance tracking. TiU runs its events through this.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581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integrations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782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100+ employer applicant-tracking systems via Kombo. GDPR-compliant data flows.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98848"/>
            <a:ext cx="502920" cy="50292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47141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tools (Marco, Freya)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7914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career-guidance instruments with research backing — useful adjacencies.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this honestly is what makes the rest of the pitch credible.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rtTriangle">
            <a:avLst/>
          </a:prstGeom>
          <a:solidFill>
            <a:srgbClr val="E8622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PITCH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say to anyone asking what makes us different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structural things.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0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is the core of the platform — built in, transparent, tunable.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Second,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0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give the AD's office skills-gap intelligence — curriculum-relevant data the existing platform doesn't surface.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Third,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0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employers can post freely on Rookies, which solves the structural reason your students see the same twenty companies.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Fourth,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0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reach the right ranked students directly — one click, no opt-in walls, no keyword guesswork.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Fifth,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0E4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track student outcomes longitudinally — the placement data that lets you see, over time, what skills the industry actually values. </a:t>
            </a:r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B0B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— events, orientation tools, ATS integrations — JobTeaser does well today, and we're not trying to compete on that surface.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" y="5212080"/>
            <a:ext cx="219456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" y="5212080"/>
            <a:ext cx="219456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matching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transparent, tunable.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24912" y="5212080"/>
            <a:ext cx="219456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24912" y="5212080"/>
            <a:ext cx="219456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3" name="Text 11"/>
          <p:cNvSpPr/>
          <p:nvPr/>
        </p:nvSpPr>
        <p:spPr>
          <a:xfrm>
            <a:off x="2907792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07792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07792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 for the 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212080"/>
            <a:ext cx="219456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5212080"/>
            <a:ext cx="219456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posting solves supply.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5212080"/>
            <a:ext cx="219456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42048" y="5212080"/>
            <a:ext cx="219456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24928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outreach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24928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no opt-in walls.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00616" y="5212080"/>
            <a:ext cx="219456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0616" y="5212080"/>
            <a:ext cx="219456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8" name="Text 26"/>
          <p:cNvSpPr/>
          <p:nvPr/>
        </p:nvSpPr>
        <p:spPr>
          <a:xfrm>
            <a:off x="9683496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83496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tracking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83496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placement signal.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182880" cy="164592"/>
          </a:xfrm>
          <a:prstGeom prst="rtTriangle">
            <a:avLst/>
          </a:prstGeom>
          <a:solidFill>
            <a:srgbClr val="E8622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364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6364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pilot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not asking for funding.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asking for partnership.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11880" cy="2423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until September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runs free, alongside JobTeaser. No money exchanged during the pilot. No exclusivity required.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3108960"/>
            <a:ext cx="3611880" cy="2423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310896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3611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 success metrics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4297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we set together up front: student profiles, applications, employer postings, weekly dashboard delivery.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3108960"/>
            <a:ext cx="3611880" cy="2423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10896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36118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dashboard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4297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 delivered weekly to the AD's office. The strategic data JobTeaser doesn't surface.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Founding-partner conversations like this are how every category-defining platform begins.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Competitive Advantages</dc:title>
  <dc:subject>PptxGenJS Presentation</dc:subject>
  <dc:creator>Rookies</dc:creator>
  <cp:lastModifiedBy>Rookies</cp:lastModifiedBy>
  <cp:revision>1</cp:revision>
  <dcterms:created xsi:type="dcterms:W3CDTF">2026-05-02T13:06:58Z</dcterms:created>
  <dcterms:modified xsi:type="dcterms:W3CDTF">2026-05-02T13:06:58Z</dcterms:modified>
</cp:coreProperties>
</file>